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480560"/>
            <a:ext cx="2377440" cy="2377440"/>
          </a:xfrm>
          <a:prstGeom prst="ellipse">
            <a:avLst/>
          </a:prstGeom>
          <a:solidFill>
            <a:srgbClr val="F59E0B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29800" y="4800600"/>
            <a:ext cx="1737360" cy="173736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26980" y="5097780"/>
            <a:ext cx="1143000" cy="11430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78440" y="534924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868680"/>
            <a:ext cx="5074920" cy="420624"/>
          </a:xfrm>
          <a:prstGeom prst="roundRect">
            <a:avLst>
              <a:gd name="adj" fmla="val 50000"/>
            </a:avLst>
          </a:prstGeom>
          <a:solidFill>
            <a:srgbClr val="201B1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86868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ACADEMIX CODEQUEST 2026  ·  MVP ROUND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3504" y="1691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</a:t>
            </a:r>
            <a:pPr algn="l" indent="0" marL="0">
              <a:buNone/>
            </a:pPr>
            <a:r>
              <a:rPr lang="en-US" sz="6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i="1" dirty="0">
                <a:solidFill>
                  <a:srgbClr val="B8AE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tap. Two lifelines. The right hospital and ready blood —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100" i="1" dirty="0">
                <a:solidFill>
                  <a:srgbClr val="B8AE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car even moves.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8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GPS-triggered emergency app that finds a hospital with the right department and a free bed, and alerts compatible blood donors — two parallel actions, built for the self-transporting family in India.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5806440"/>
            <a:ext cx="7863840" cy="0"/>
          </a:xfrm>
          <a:prstGeom prst="line">
            <a:avLst/>
          </a:prstGeom>
          <a:noFill/>
          <a:ln w="12700">
            <a:solidFill>
              <a:srgbClr val="3A33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GoldenHour</a:t>
            </a:r>
            <a:pPr indent="0" marL="0">
              <a:buNone/>
            </a:pPr>
            <a:r>
              <a:rPr lang="en-US" sz="120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Healthcare · Social Impact · Emergency Response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36815" y="5943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github.com/SarmaHighOnCode/GoldenHour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golden hour is lost — not for lack of care,</a:t>
            </a:r>
            <a:endParaRPr lang="en-US" sz="3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lack of coordination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most emergency patients reach hospital by private car or auto — entirely outside any ambulance or dispatch system. In the first 60 minutes after trauma, two things routinely go wrong: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pPr algn="l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min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in which timely care most strongly decides survival.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37960" y="2286000"/>
            <a:ext cx="4983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286000"/>
            <a:ext cx="109728" cy="1691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2743200"/>
            <a:ext cx="777240" cy="77724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7855" y="2953055"/>
            <a:ext cx="357530" cy="3575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0" y="25968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hospital, twice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863840" y="30723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drives to a hospital with no free bed or no matching department — then loses more minutes driving to another.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37960" y="4160520"/>
            <a:ext cx="4983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37960" y="4160520"/>
            <a:ext cx="109728" cy="1691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0" y="4617720"/>
            <a:ext cx="777240" cy="7772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855" y="4827575"/>
            <a:ext cx="357530" cy="3575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63840" y="44714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arranged too late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863840" y="494690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blood is organised through frantic phone calls — often only after the patient is already on the operating table.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GoldenHour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436815" y="6400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Academix CodeQuest 2026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out there solves half 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488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Blood-donor apps
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e-RaktKosh · Friends2Support · BloodConnect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349240" y="2350008"/>
            <a:ext cx="0" cy="649224"/>
          </a:xfrm>
          <a:prstGeom prst="line">
            <a:avLst/>
          </a:prstGeom>
          <a:noFill/>
          <a:ln w="12700">
            <a:solidFill>
              <a:srgbClr val="E8E1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2423160"/>
            <a:ext cx="502920" cy="50292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628" y="2558948"/>
            <a:ext cx="231343" cy="23134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63640" y="214884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only — no hospital routing. Often direct donors to the patient, which is medically useless.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346704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60120" y="3346704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/ ambulance finders
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· Practo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5349240" y="3547872"/>
            <a:ext cx="0" cy="649224"/>
          </a:xfrm>
          <a:prstGeom prst="line">
            <a:avLst/>
          </a:prstGeom>
          <a:noFill/>
          <a:ln w="12700">
            <a:solidFill>
              <a:srgbClr val="E8E1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3621024"/>
            <a:ext cx="502920" cy="50292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628" y="3756812"/>
            <a:ext cx="231343" cy="23134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63640" y="3346704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hospitals. No knowledge of whether a bed is actually free. No blood path at all.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4544568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60120" y="454456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maps apps
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Distance-first navigation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5349240" y="4745736"/>
            <a:ext cx="0" cy="649224"/>
          </a:xfrm>
          <a:prstGeom prst="line">
            <a:avLst/>
          </a:prstGeom>
          <a:noFill/>
          <a:ln w="12700">
            <a:solidFill>
              <a:srgbClr val="E8E1D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577840" y="4818888"/>
            <a:ext cx="502920" cy="50292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628" y="4954676"/>
            <a:ext cx="231343" cy="23134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4544568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only — no department match, no confirmation loop, no concurrency.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5742432"/>
            <a:ext cx="10908792" cy="54864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4" name="Shape 19"/>
          <p:cNvSpPr/>
          <p:nvPr/>
        </p:nvSpPr>
        <p:spPr>
          <a:xfrm>
            <a:off x="640080" y="5742432"/>
            <a:ext cx="109728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0"/>
          <p:cNvSpPr/>
          <p:nvPr/>
        </p:nvSpPr>
        <p:spPr>
          <a:xfrm>
            <a:off x="960120" y="57424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runs routing AND blood — concurrently, from one tap — </a:t>
            </a:r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loop that never shows a bed that isn't real.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GoldenHour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7436815" y="6400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Academix CodeQuest 2026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tap → two parallel lifelines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063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5A3A05"/>
                </a:solidFill>
              </a:rPr>
              <a:t>ONE GPS TAP
</a:t>
            </a:r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A1B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/emergency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399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0" y="17830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01B16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58768" y="20574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1839" y="2210471"/>
            <a:ext cx="260787" cy="2607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178308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Rank hospitals
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AE9F"/>
                </a:solidFill>
              </a:rPr>
              <a:t>prox · dept · reliability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46520" y="17830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01B16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47688" y="20574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759" y="2210471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178308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1-tap confirm links
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AE9F"/>
                </a:solidFill>
              </a:rPr>
              <a:t>sent to each hospital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235440" y="178308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01B16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36608" y="20574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679" y="2210471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104120" y="178308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First Accept wins
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AE9F"/>
                </a:solidFill>
              </a:rPr>
              <a:t>flips live on patient screen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365760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57600" y="44348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01B16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858768" y="4709160"/>
            <a:ext cx="566928" cy="566928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839" y="4862231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26280" y="443484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Match donors
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AE9F"/>
                </a:solidFill>
              </a:rPr>
              <a:t>ABO/Rh · within 5 km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46520" y="44348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01B16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647688" y="4709160"/>
            <a:ext cx="566928" cy="566928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759" y="4862231"/>
            <a:ext cx="260787" cy="2607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0" y="443484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Alert nearest
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AE9F"/>
                </a:solidFill>
              </a:rPr>
              <a:t>top-K, off cooldown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9235440" y="44348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201B16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436608" y="4709160"/>
            <a:ext cx="566928" cy="566928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9679" y="4862231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104120" y="4434840"/>
            <a:ext cx="157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Restock blood bank
</a:t>
            </a:r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B8AE9F"/>
                </a:solidFill>
              </a:rPr>
              <a:t>replacement donation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2971800" y="2468880"/>
            <a:ext cx="12801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2971800" y="5120640"/>
            <a:ext cx="128016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6172200" y="2468880"/>
            <a:ext cx="24688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8961120" y="2468880"/>
            <a:ext cx="246888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6172200" y="5120640"/>
            <a:ext cx="246888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8961120" y="5120640"/>
            <a:ext cx="246888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9" name="Text 3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run concurrently — latency stays bounded by the slowest single call, not the candidate count.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no one else does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1129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32888"/>
            <a:ext cx="713232" cy="713232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973" y="2725461"/>
            <a:ext cx="328087" cy="3280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51460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a false bed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31927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hospital to accept takes the patient; later accepts are told it's already routed.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828" y="2240280"/>
            <a:ext cx="351129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3148" y="2532888"/>
            <a:ext cx="713232" cy="713232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721" y="2725461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1828" y="251460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Medically-correct blood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3148" y="331927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are sent to the licensed blood bank for replacement donation — not the patient.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37576" y="2240280"/>
            <a:ext cx="351129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11896" y="2532888"/>
            <a:ext cx="713232" cy="713232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469" y="2725461"/>
            <a:ext cx="328087" cy="3280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0576" y="251460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in any city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11896" y="3319272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fetched live from OpenStreetMap + Google Places — the data is not seeded.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224528"/>
            <a:ext cx="351129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4517136"/>
            <a:ext cx="713232" cy="713232"/>
          </a:xfrm>
          <a:prstGeom prst="ellipse">
            <a:avLst/>
          </a:prstGeom>
          <a:solidFill>
            <a:srgbClr val="1A1714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73" y="4709709"/>
            <a:ext cx="328087" cy="3280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4498848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Concurrent by design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4400" y="53035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blood matching and every ETA run in parallel; latency stays flat as cities grow.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828" y="4224528"/>
            <a:ext cx="351129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13148" y="4517136"/>
            <a:ext cx="713232" cy="713232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721" y="4709709"/>
            <a:ext cx="328087" cy="3280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1828" y="4498848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Degrades gracefully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13148" y="53035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Feature-phone SMS path, a 1-tap-call fallback, and a demo mode needing zero services.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37576" y="4224528"/>
            <a:ext cx="3511296" cy="178308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037576" y="4224528"/>
            <a:ext cx="3511296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5"/>
          <p:cNvSpPr/>
          <p:nvPr/>
        </p:nvSpPr>
        <p:spPr>
          <a:xfrm>
            <a:off x="8311896" y="4434840"/>
            <a:ext cx="30083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combination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moat.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feature exists somewhere. All five, in one tap, do not.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GoldenHour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7436815" y="6400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Academix CodeQuest 2026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Contract-driven · three layers · two interchangeable stores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6400800" cy="9601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54580"/>
            <a:ext cx="731520" cy="7315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" y="255209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40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layer — main.py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(schema) → call ONE service → return schema. No business logic.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0480" y="3200400"/>
            <a:ext cx="0" cy="201168"/>
          </a:xfrm>
          <a:prstGeom prst="line">
            <a:avLst/>
          </a:prstGeom>
          <a:noFill/>
          <a:ln w="25400">
            <a:solidFill>
              <a:srgbClr val="5B524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40080" y="3419856"/>
            <a:ext cx="64008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3534156"/>
            <a:ext cx="731520" cy="7315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22" y="3731666"/>
            <a:ext cx="336499" cy="3364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41985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layer — services/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· blood matching · confirmation race · ETA · SMS · rate limiting.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840480" y="4379976"/>
            <a:ext cx="0" cy="201168"/>
          </a:xfrm>
          <a:prstGeom prst="line">
            <a:avLst/>
          </a:prstGeom>
          <a:noFill/>
          <a:ln w="25400">
            <a:solidFill>
              <a:srgbClr val="5B5249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40080" y="4599432"/>
            <a:ext cx="6400800" cy="1536192"/>
          </a:xfrm>
          <a:prstGeom prst="rect">
            <a:avLst/>
          </a:prstGeom>
          <a:solidFill>
            <a:srgbClr val="FFFFFF"/>
          </a:solidFill>
          <a:ln w="17780">
            <a:solidFill>
              <a:srgbClr val="DC2626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4764024"/>
            <a:ext cx="548640" cy="5486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4912157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727448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 — store.py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surface behind get_store().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1874520" y="541324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BF7F0"/>
          </a:solidFill>
          <a:ln w="12700">
            <a:solidFill>
              <a:srgbClr val="E8E1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965960" y="54132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InMemoryStore
</a:t>
            </a:r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· haversine · demo &amp; CI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343400" y="541324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BF7F0"/>
          </a:solidFill>
          <a:ln w="12700">
            <a:solidFill>
              <a:srgbClr val="E8E1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434840" y="54132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SupabaseStore
</a:t>
            </a:r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· prod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36092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360920" y="2606040"/>
            <a:ext cx="4251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are thin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call one service, return a schema.
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never touch HTTP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values in, plain dicts out — unit-testable.
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via store.py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maths in Python or PostGIS.
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are the contract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builds against the same shapes.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7360920" y="5742432"/>
            <a:ext cx="42062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1"/>
          <p:cNvSpPr/>
          <p:nvPr/>
        </p:nvSpPr>
        <p:spPr>
          <a:xfrm>
            <a:off x="7543800" y="574243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runs with zero external services. Production is a config switch — no code changes.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GoldenHour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7436815" y="6400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Academix CodeQuest 2026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algorithms doing the real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1129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3511296" cy="1097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633472"/>
            <a:ext cx="731520" cy="731520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830982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633472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ranking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2688" y="3611880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P(h) = 0.5·prox + 0.3·dept + 0.2·rel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ETA, matching department, and live acceptance rate.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rel(h) only counts after 20 confirmations — until then ranking is pure proximity + department.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8828" y="2286000"/>
            <a:ext cx="351129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828" y="2286000"/>
            <a:ext cx="3511296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3148" y="2633472"/>
            <a:ext cx="731520" cy="73152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658" y="2830982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1828" y="2633472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matching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31436" y="3611880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donors only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 hardcoded ABO/Rh table.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· within 5 km · off a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sex-aware cooldown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(90 days men / 120 women).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top-K are alerted; Rh-negative requests flagged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rare_group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37576" y="2286000"/>
            <a:ext cx="351129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37576" y="2286000"/>
            <a:ext cx="3511296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5"/>
          <p:cNvSpPr/>
          <p:nvPr/>
        </p:nvSpPr>
        <p:spPr>
          <a:xfrm>
            <a:off x="8311896" y="2633472"/>
            <a:ext cx="731520" cy="7315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2830982"/>
            <a:ext cx="336499" cy="3364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80576" y="2633472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Confirmation race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30184" y="3611880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Accept wins.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Later acceptances get already_confirmed and never override the winner.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The winner flips pending → confirmed, pushed live via Supabase Realtime.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 in 180 s →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unconfirmed_fallback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surfaces 1-tap calling. Never a false bed.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GoldenHour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436815" y="6400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Academix CodeQuest 2026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production stack that runs the demo with zero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1129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32888"/>
            <a:ext cx="658368" cy="658368"/>
          </a:xfrm>
          <a:prstGeom prst="ellipse">
            <a:avLst/>
          </a:prstGeom>
          <a:solidFill>
            <a:srgbClr val="61DAFB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59" y="2710647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2496312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 PWA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22783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Tailwind · Framer Motion · Leaflet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8828" y="2240280"/>
            <a:ext cx="351129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3148" y="2532888"/>
            <a:ext cx="658368" cy="658368"/>
          </a:xfrm>
          <a:prstGeom prst="ellipse">
            <a:avLst/>
          </a:prstGeom>
          <a:solidFill>
            <a:srgbClr val="3776AB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07" y="2710647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7820" y="2496312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· Python 3.12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3148" y="322783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· Pydantic v2 · auto OpenAPI docs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37576" y="2240280"/>
            <a:ext cx="351129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11896" y="2532888"/>
            <a:ext cx="658368" cy="658368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655" y="2710647"/>
            <a:ext cx="302849" cy="3028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16568" y="2496312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+ PostGIS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11896" y="322783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queries · Realtime push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023360"/>
            <a:ext cx="351129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4315968"/>
            <a:ext cx="658368" cy="658368"/>
          </a:xfrm>
          <a:prstGeom prst="ellipse">
            <a:avLst/>
          </a:prstGeom>
          <a:solidFill>
            <a:srgbClr val="B45309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159" y="4493727"/>
            <a:ext cx="302849" cy="30284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19072" y="4279392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Maps &amp; discovery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4400" y="501091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ETA · Places · OpenStreetMap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38828" y="4023360"/>
            <a:ext cx="351129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13148" y="4315968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907" y="4493727"/>
            <a:ext cx="302849" cy="30284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17820" y="4279392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13148" y="501091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/ Telegram (demo) · MSG91 (prod)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37576" y="4023360"/>
            <a:ext cx="351129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11896" y="4315968"/>
            <a:ext cx="658368" cy="658368"/>
          </a:xfrm>
          <a:prstGeom prst="ellipse">
            <a:avLst/>
          </a:prstGeom>
          <a:solidFill>
            <a:srgbClr val="1A1714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655" y="4493727"/>
            <a:ext cx="302849" cy="30284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16568" y="4279392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&amp; verify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11896" y="501091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Render · Vercel · GitHub Actions CI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40080" y="5742432"/>
            <a:ext cx="10908792" cy="54864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36" name="Shape 28"/>
          <p:cNvSpPr/>
          <p:nvPr/>
        </p:nvSpPr>
        <p:spPr>
          <a:xfrm>
            <a:off x="640080" y="5742432"/>
            <a:ext cx="109728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29"/>
          <p:cNvSpPr/>
          <p:nvPr/>
        </p:nvSpPr>
        <p:spPr>
          <a:xfrm>
            <a:off x="960120" y="57424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tests passing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Python 3.11 &amp; 3.12 — algorithms, API contract, live flow, and the production Supabase path.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GoldenHour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7436815" y="6400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Academix CodeQuest 2026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TRUST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scale — engineered to never lie about a bed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11296" cy="1417320"/>
          </a:xfrm>
          <a:prstGeom prst="rect">
            <a:avLst/>
          </a:prstGeom>
          <a:solidFill>
            <a:srgbClr val="201B16"/>
          </a:solidFill>
          <a:ln w="12700">
            <a:solidFill>
              <a:srgbClr val="3A3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109728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32688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to run the full demo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8828" y="2194560"/>
            <a:ext cx="3511296" cy="1417320"/>
          </a:xfrm>
          <a:prstGeom prst="rect">
            <a:avLst/>
          </a:prstGeom>
          <a:solidFill>
            <a:srgbClr val="201B16"/>
          </a:solidFill>
          <a:ln w="12700">
            <a:solidFill>
              <a:srgbClr val="3A3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8828" y="2194560"/>
            <a:ext cx="109728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613148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→ 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31436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behind one method surface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37576" y="2194560"/>
            <a:ext cx="3511296" cy="1417320"/>
          </a:xfrm>
          <a:prstGeom prst="rect">
            <a:avLst/>
          </a:prstGeom>
          <a:solidFill>
            <a:srgbClr val="201B16"/>
          </a:solidFill>
          <a:ln w="12700">
            <a:solidFill>
              <a:srgbClr val="3A33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37576" y="2194560"/>
            <a:ext cx="109728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311896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30184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CI on Python 3.11 &amp; 3.12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horizontally; rate-limit state designed to back onto Redis.
</a:t>
            </a:r>
            <a:endParaRPr lang="en-US" sz="1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at the database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radius becomes real PostGIS ST_DWithin with spatial indexes.
</a:t>
            </a:r>
            <a:endParaRPr lang="en-US" sz="1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Realtime, not polling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 stream over Supabase Realtime — no poll load at scale.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402336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by default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ETAs run in parallel; latency tracks the slowest call.
</a:t>
            </a:r>
            <a:endParaRPr lang="en-US" sz="1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&amp; single-use tokens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write guarded; confirm links are one-time.
</a:t>
            </a:r>
            <a:endParaRPr lang="en-US" sz="1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readiness probes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/ready pings the DB — a deploy proves it's truly connected.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HONESTY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it helps — and what we deliberately left 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49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534924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30" y="275783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560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impact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4290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self-transporting family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patients, who travel outside any ambulance system, get one action instead of four apps.
</a:t>
            </a:r>
            <a:endParaRPr lang="en-US" sz="14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Indian city, day one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hospital data, no per-city seeding.
</a:t>
            </a:r>
            <a:endParaRPr lang="en-US" sz="140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model a bank could adopt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donation that restocks licensed supply — not a walk-in transfusion.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99632" y="2240280"/>
            <a:ext cx="5349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4"/>
            </a:solidFill>
            <a:prstDash val="solid"/>
          </a:ln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99632" y="2240280"/>
            <a:ext cx="5349240" cy="109728"/>
          </a:xfrm>
          <a:prstGeom prst="rect">
            <a:avLst/>
          </a:prstGeom>
          <a:solidFill>
            <a:srgbClr val="5B5249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9672" y="2560320"/>
            <a:ext cx="731520" cy="731520"/>
          </a:xfrm>
          <a:prstGeom prst="ellipse">
            <a:avLst/>
          </a:prstGeom>
          <a:solidFill>
            <a:srgbClr val="5B5249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182" y="2757830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88352" y="2560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Deliberately out of scope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19672" y="3383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 is a feature. We left integration work — not the hard problem — for later: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19672" y="41605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 billing / DLT registration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Hospital-staff authentication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dispatch integration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519672" y="5303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problem — concurrent ranking + blood matching, in any city, that never shows a false bed — is built and verified.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GoldenHour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436815" y="6400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5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Academix CodeQuest 2026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640080"/>
            <a:ext cx="2377440" cy="2377440"/>
          </a:xfrm>
          <a:prstGeom prst="ellipse">
            <a:avLst/>
          </a:prstGeom>
          <a:solidFill>
            <a:srgbClr val="F59E0B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960120"/>
            <a:ext cx="1737360" cy="173736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35540" y="1257300"/>
            <a:ext cx="1143000" cy="11430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150876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</a:t>
            </a:r>
            <a:pPr algn="l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in an emergency, the right help should find you.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8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finds the hospital and the blood — in parallel, in any Indian city, with a confirmation loop that never lies about a bed.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440680"/>
            <a:ext cx="10972800" cy="0"/>
          </a:xfrm>
          <a:prstGeom prst="line">
            <a:avLst/>
          </a:prstGeom>
          <a:noFill/>
          <a:ln w="12700">
            <a:solidFill>
              <a:srgbClr val="3A3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5669280"/>
            <a:ext cx="502920" cy="502920"/>
          </a:xfrm>
          <a:prstGeom prst="ellipse">
            <a:avLst/>
          </a:prstGeom>
          <a:solidFill>
            <a:srgbClr val="201B16"/>
          </a:solidFill>
          <a:ln/>
          <a:effectLst>
            <a:outerShdw sx="100000" sy="100000" kx="0" ky="0" algn="bl" rotWithShape="0" blurRad="114300" dist="38100" dir="5400000">
              <a:srgbClr val="5B4A2A">
                <a:alpha val="16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5805068"/>
            <a:ext cx="231343" cy="23134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5669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github.com/SarmaHighOnCode/GoldenHour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22415" y="5669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B8A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</a:t>
            </a:r>
            <a:pPr algn="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goldenhour-api.onrender.com/docs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GoldenHour — CodeQuest 2026</dc:title>
  <dc:subject>PptxGenJS Presentation</dc:subject>
  <dc:creator>Team GoldenHour</dc:creator>
  <cp:lastModifiedBy>Team GoldenHour</cp:lastModifiedBy>
  <cp:revision>1</cp:revision>
  <dcterms:created xsi:type="dcterms:W3CDTF">2026-06-22T12:12:49Z</dcterms:created>
  <dcterms:modified xsi:type="dcterms:W3CDTF">2026-06-22T12:12:49Z</dcterms:modified>
</cp:coreProperties>
</file>